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513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7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754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9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9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13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92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87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4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86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5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44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86658-27E9-EC61-A83F-19E6775E2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10" y="4602162"/>
            <a:ext cx="4457690" cy="1720850"/>
          </a:xfrm>
        </p:spPr>
        <p:txBody>
          <a:bodyPr anchor="ctr">
            <a:normAutofit/>
          </a:bodyPr>
          <a:lstStyle/>
          <a:p>
            <a:r>
              <a:rPr lang="en-US" dirty="0"/>
              <a:t>COM </a:t>
            </a:r>
            <a:r>
              <a:rPr lang="en-US" dirty="0" err="1"/>
              <a:t>project:”Car</a:t>
            </a:r>
            <a:r>
              <a:rPr lang="en-US" dirty="0"/>
              <a:t> simulation”</a:t>
            </a:r>
            <a:br>
              <a:rPr lang="en-US" dirty="0"/>
            </a:br>
            <a:r>
              <a:rPr lang="en-US" dirty="0"/>
              <a:t>Sprint 1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116A5-6E0C-6A84-6265-192F10400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4602163"/>
            <a:ext cx="4451347" cy="172085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</a:schemeClr>
                </a:solidFill>
              </a:rPr>
              <a:t>By Veselin Atanasov</a:t>
            </a:r>
          </a:p>
          <a:p>
            <a:r>
              <a:rPr lang="en-US" dirty="0">
                <a:solidFill>
                  <a:schemeClr val="tx1">
                    <a:lumMod val="65000"/>
                  </a:schemeClr>
                </a:solidFill>
              </a:rPr>
              <a:t>And Adil </a:t>
            </a:r>
            <a:r>
              <a:rPr lang="en-GB" dirty="0" err="1">
                <a:solidFill>
                  <a:schemeClr val="tx1">
                    <a:lumMod val="65000"/>
                  </a:schemeClr>
                </a:solidFill>
                <a:effectLst/>
                <a:latin typeface="Amasis MT Pro Light" panose="020403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Önc</a:t>
            </a:r>
            <a:r>
              <a:rPr lang="en-US" dirty="0">
                <a:solidFill>
                  <a:schemeClr val="tx1">
                    <a:lumMod val="65000"/>
                  </a:schemeClr>
                </a:solidFill>
                <a:effectLst/>
                <a:latin typeface="Amasis MT Pro Light" panose="02040304050005020304" pitchFamily="18" charset="0"/>
              </a:rPr>
              <a:t>ü</a:t>
            </a:r>
          </a:p>
        </p:txBody>
      </p:sp>
      <p:pic>
        <p:nvPicPr>
          <p:cNvPr id="4" name="Picture 3" descr="Racecar parked on the tracks">
            <a:extLst>
              <a:ext uri="{FF2B5EF4-FFF2-40B4-BE49-F238E27FC236}">
                <a16:creationId xmlns:a16="http://schemas.microsoft.com/office/drawing/2014/main" id="{16914DBC-A0B1-3755-6A85-1B45CD692E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40" b="21287"/>
          <a:stretch/>
        </p:blipFill>
        <p:spPr>
          <a:xfrm>
            <a:off x="20" y="10"/>
            <a:ext cx="12191977" cy="401477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6258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5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F4CD6D0-88B6-45F4-AC60-54587D3C9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E714AA-12CA-D5AC-CD6B-7A080907E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4" r="-1" b="21154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2E86F6D-198D-45C3-AC93-8D31B8A4D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3428999"/>
            <a:ext cx="12191999" cy="3429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5000"/>
                </a:srgbClr>
              </a:gs>
              <a:gs pos="100000">
                <a:srgbClr val="000000">
                  <a:alpha val="0"/>
                </a:srgbClr>
              </a:gs>
              <a:gs pos="37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70DE7D-C1EF-0FD4-32F7-D84E73A6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412" y="4769810"/>
            <a:ext cx="4457690" cy="1332000"/>
          </a:xfrm>
        </p:spPr>
        <p:txBody>
          <a:bodyPr vert="horz" lIns="0" tIns="0" rIns="0" bIns="0" rtlCol="0" anchor="ctr" anchorCtr="0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Task separation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14D892-36B8-4065-9158-50C22E1E6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35810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00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901ED6-31B5-D11F-786A-545DFEC9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988" y="540033"/>
            <a:ext cx="3884962" cy="133160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Initial design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346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94A1A7-778E-C3DD-0EB8-A71AC4DD5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988" y="2859869"/>
            <a:ext cx="3884962" cy="300989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D9000E-708C-464D-A86F-4ABE391B6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6337" y="0"/>
            <a:ext cx="7205663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C806CC-03FE-C8D7-8BE9-20FD06462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8" y="1"/>
            <a:ext cx="7205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5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0A552-461C-7482-006D-8122255A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988" y="540033"/>
            <a:ext cx="3884962" cy="133160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Message protocol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346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0F52DE-02FF-C812-36AE-A1D933D39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988" y="2759076"/>
            <a:ext cx="3884962" cy="3009899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D9000E-708C-464D-A86F-4ABE391B6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6337" y="0"/>
            <a:ext cx="7205663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AF9555-350D-F92B-8050-2D367867D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226" y="773723"/>
            <a:ext cx="6972554" cy="553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71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E80A9-F99E-2959-BDC4-4F14E1C0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084263"/>
            <a:ext cx="4457200" cy="4689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TO do</a:t>
            </a:r>
            <a:br>
              <a:rPr lang="en-US" dirty="0"/>
            </a:br>
            <a:br>
              <a:rPr lang="en-US" dirty="0"/>
            </a:b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342900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895A1-7DCB-3D76-A67A-BF780F366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1079499"/>
            <a:ext cx="5568951" cy="4689476"/>
          </a:xfrm>
        </p:spPr>
        <p:txBody>
          <a:bodyPr anchor="ctr"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	-Complete design document</a:t>
            </a:r>
          </a:p>
          <a:p>
            <a:pPr marL="0" indent="0">
              <a:buNone/>
            </a:pPr>
            <a:r>
              <a:rPr lang="en-US" dirty="0"/>
              <a:t>	-Start implementation of nodes with            	basic functionality for talking skeleton</a:t>
            </a:r>
          </a:p>
        </p:txBody>
      </p:sp>
    </p:spTree>
    <p:extLst>
      <p:ext uri="{BB962C8B-B14F-4D97-AF65-F5344CB8AC3E}">
        <p14:creationId xmlns:p14="http://schemas.microsoft.com/office/powerpoint/2010/main" val="60555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A0D5-CAB2-F377-7681-008E11CBF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733" y="3222003"/>
            <a:ext cx="10026650" cy="655637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60EC8-A3A0-62B4-371F-937824241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2307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AnalogousFromLightSeed_2SEEDS">
      <a:dk1>
        <a:srgbClr val="000000"/>
      </a:dk1>
      <a:lt1>
        <a:srgbClr val="FFFFFF"/>
      </a:lt1>
      <a:dk2>
        <a:srgbClr val="242741"/>
      </a:dk2>
      <a:lt2>
        <a:srgbClr val="E2E5E8"/>
      </a:lt2>
      <a:accent1>
        <a:srgbClr val="BA9D7F"/>
      </a:accent1>
      <a:accent2>
        <a:srgbClr val="C49792"/>
      </a:accent2>
      <a:accent3>
        <a:srgbClr val="A5A27D"/>
      </a:accent3>
      <a:accent4>
        <a:srgbClr val="7BA9B5"/>
      </a:accent4>
      <a:accent5>
        <a:srgbClr val="8EA2C2"/>
      </a:accent5>
      <a:accent6>
        <a:srgbClr val="817FBA"/>
      </a:accent6>
      <a:hlink>
        <a:srgbClr val="6084A9"/>
      </a:hlink>
      <a:folHlink>
        <a:srgbClr val="7F7F7F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46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Amasis MT Pro Light</vt:lpstr>
      <vt:lpstr>Arial</vt:lpstr>
      <vt:lpstr>Avenir Next LT Pro Light</vt:lpstr>
      <vt:lpstr>Rockwell Nova Light</vt:lpstr>
      <vt:lpstr>Wingdings</vt:lpstr>
      <vt:lpstr>LeafVTI</vt:lpstr>
      <vt:lpstr>COM project:”Car simulation” Sprint 1 review</vt:lpstr>
      <vt:lpstr>Task separation</vt:lpstr>
      <vt:lpstr>Initial design</vt:lpstr>
      <vt:lpstr>Message protocol</vt:lpstr>
      <vt:lpstr>TO do  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Atanasov,Veselin V.V.</dc:creator>
  <cp:lastModifiedBy>Atanasov,Veselin V.V.</cp:lastModifiedBy>
  <cp:revision>2</cp:revision>
  <dcterms:created xsi:type="dcterms:W3CDTF">2024-12-13T10:45:42Z</dcterms:created>
  <dcterms:modified xsi:type="dcterms:W3CDTF">2024-12-13T13:43:54Z</dcterms:modified>
</cp:coreProperties>
</file>