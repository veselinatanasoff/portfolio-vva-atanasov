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99" r:id="rId6"/>
    <p:sldId id="297" r:id="rId7"/>
    <p:sldId id="261" r:id="rId8"/>
    <p:sldId id="298" r:id="rId9"/>
    <p:sldId id="279" r:id="rId10"/>
    <p:sldId id="302" r:id="rId11"/>
    <p:sldId id="276" r:id="rId12"/>
    <p:sldId id="29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76" d="100"/>
          <a:sy n="76" d="100"/>
        </p:scale>
        <p:origin x="62" y="125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45C8DB-9857-4E71-80CB-6D3E41C76AA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39D772A-BCCC-4356-9F82-490BA8EDF4DA}">
      <dgm:prSet/>
      <dgm:spPr/>
      <dgm:t>
        <a:bodyPr/>
        <a:lstStyle/>
        <a:p>
          <a:r>
            <a:rPr lang="en-US"/>
            <a:t>System Overview</a:t>
          </a:r>
        </a:p>
      </dgm:t>
    </dgm:pt>
    <dgm:pt modelId="{EC2BFDE0-E8BB-4826-83A6-353836D0FC0F}" type="parTrans" cxnId="{ADF5BB2B-72FD-4AE3-8079-A03CE298BB55}">
      <dgm:prSet/>
      <dgm:spPr/>
      <dgm:t>
        <a:bodyPr/>
        <a:lstStyle/>
        <a:p>
          <a:endParaRPr lang="en-US"/>
        </a:p>
      </dgm:t>
    </dgm:pt>
    <dgm:pt modelId="{D67DC2BA-D0D3-466D-911E-8E713B3792A9}" type="sibTrans" cxnId="{ADF5BB2B-72FD-4AE3-8079-A03CE298BB55}">
      <dgm:prSet/>
      <dgm:spPr/>
      <dgm:t>
        <a:bodyPr/>
        <a:lstStyle/>
        <a:p>
          <a:endParaRPr lang="en-US"/>
        </a:p>
      </dgm:t>
    </dgm:pt>
    <dgm:pt modelId="{8673C600-480F-4809-8122-85C910A5D498}">
      <dgm:prSet/>
      <dgm:spPr/>
      <dgm:t>
        <a:bodyPr/>
        <a:lstStyle/>
        <a:p>
          <a:r>
            <a:rPr lang="en-US"/>
            <a:t>System Design</a:t>
          </a:r>
        </a:p>
      </dgm:t>
    </dgm:pt>
    <dgm:pt modelId="{47EDF395-CCE7-4CD8-8DBF-F76C0FF1FF89}" type="parTrans" cxnId="{3FD5B226-3F2C-449B-B37A-2C521B15D2EA}">
      <dgm:prSet/>
      <dgm:spPr/>
      <dgm:t>
        <a:bodyPr/>
        <a:lstStyle/>
        <a:p>
          <a:endParaRPr lang="en-US"/>
        </a:p>
      </dgm:t>
    </dgm:pt>
    <dgm:pt modelId="{BD0D9CCC-46F1-4336-BDC1-8A9F10B8E968}" type="sibTrans" cxnId="{3FD5B226-3F2C-449B-B37A-2C521B15D2EA}">
      <dgm:prSet/>
      <dgm:spPr/>
      <dgm:t>
        <a:bodyPr/>
        <a:lstStyle/>
        <a:p>
          <a:endParaRPr lang="en-US"/>
        </a:p>
      </dgm:t>
    </dgm:pt>
    <dgm:pt modelId="{033C5E82-BA5C-4217-A17E-0F81E97C77E2}">
      <dgm:prSet/>
      <dgm:spPr/>
      <dgm:t>
        <a:bodyPr/>
        <a:lstStyle/>
        <a:p>
          <a:r>
            <a:rPr lang="en-US"/>
            <a:t>Demo</a:t>
          </a:r>
        </a:p>
      </dgm:t>
    </dgm:pt>
    <dgm:pt modelId="{37891133-F9B0-4306-BD92-5AB7F5EFF6C6}" type="parTrans" cxnId="{401F042E-C1CD-4980-85D1-F73592055685}">
      <dgm:prSet/>
      <dgm:spPr/>
      <dgm:t>
        <a:bodyPr/>
        <a:lstStyle/>
        <a:p>
          <a:endParaRPr lang="en-US"/>
        </a:p>
      </dgm:t>
    </dgm:pt>
    <dgm:pt modelId="{653E88F8-9EE7-4E89-8E1C-7047646576D5}" type="sibTrans" cxnId="{401F042E-C1CD-4980-85D1-F73592055685}">
      <dgm:prSet/>
      <dgm:spPr/>
      <dgm:t>
        <a:bodyPr/>
        <a:lstStyle/>
        <a:p>
          <a:endParaRPr lang="en-US"/>
        </a:p>
      </dgm:t>
    </dgm:pt>
    <dgm:pt modelId="{0EC16A39-D8FD-4DC3-8000-D8D6D2E84737}">
      <dgm:prSet/>
      <dgm:spPr/>
      <dgm:t>
        <a:bodyPr/>
        <a:lstStyle/>
        <a:p>
          <a:r>
            <a:rPr lang="en-US"/>
            <a:t>Questions</a:t>
          </a:r>
        </a:p>
      </dgm:t>
    </dgm:pt>
    <dgm:pt modelId="{5F04C106-3B4F-49D9-855E-D093377BC2B3}" type="parTrans" cxnId="{90276FDD-0192-4EA0-981D-7E5D0F8AF560}">
      <dgm:prSet/>
      <dgm:spPr/>
      <dgm:t>
        <a:bodyPr/>
        <a:lstStyle/>
        <a:p>
          <a:endParaRPr lang="en-US"/>
        </a:p>
      </dgm:t>
    </dgm:pt>
    <dgm:pt modelId="{E44F375D-970C-497A-9A41-4B0E01A875EC}" type="sibTrans" cxnId="{90276FDD-0192-4EA0-981D-7E5D0F8AF560}">
      <dgm:prSet/>
      <dgm:spPr/>
      <dgm:t>
        <a:bodyPr/>
        <a:lstStyle/>
        <a:p>
          <a:endParaRPr lang="en-US"/>
        </a:p>
      </dgm:t>
    </dgm:pt>
    <dgm:pt modelId="{378EFF61-EB94-40DA-B76A-F5B6CEEC24BC}" type="pres">
      <dgm:prSet presAssocID="{B945C8DB-9857-4E71-80CB-6D3E41C76AA8}" presName="root" presStyleCnt="0">
        <dgm:presLayoutVars>
          <dgm:dir/>
          <dgm:resizeHandles val="exact"/>
        </dgm:presLayoutVars>
      </dgm:prSet>
      <dgm:spPr/>
    </dgm:pt>
    <dgm:pt modelId="{BA15C305-0EED-4A7B-BBEA-9B0744BC3CC4}" type="pres">
      <dgm:prSet presAssocID="{539D772A-BCCC-4356-9F82-490BA8EDF4DA}" presName="compNode" presStyleCnt="0"/>
      <dgm:spPr/>
    </dgm:pt>
    <dgm:pt modelId="{D2D28E13-01EE-4FBF-A5A0-1A8134D816CF}" type="pres">
      <dgm:prSet presAssocID="{539D772A-BCCC-4356-9F82-490BA8EDF4DA}" presName="bgRect" presStyleLbl="bgShp" presStyleIdx="0" presStyleCnt="4"/>
      <dgm:spPr/>
    </dgm:pt>
    <dgm:pt modelId="{A62F6885-9B37-4F8E-A868-30DA6F62A5B2}" type="pres">
      <dgm:prSet presAssocID="{539D772A-BCCC-4356-9F82-490BA8EDF4D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876F018-C22E-46E0-845C-5F1BFA8514CC}" type="pres">
      <dgm:prSet presAssocID="{539D772A-BCCC-4356-9F82-490BA8EDF4DA}" presName="spaceRect" presStyleCnt="0"/>
      <dgm:spPr/>
    </dgm:pt>
    <dgm:pt modelId="{7CCE9158-B1D0-4F23-BD07-1FB7505FF883}" type="pres">
      <dgm:prSet presAssocID="{539D772A-BCCC-4356-9F82-490BA8EDF4DA}" presName="parTx" presStyleLbl="revTx" presStyleIdx="0" presStyleCnt="4">
        <dgm:presLayoutVars>
          <dgm:chMax val="0"/>
          <dgm:chPref val="0"/>
        </dgm:presLayoutVars>
      </dgm:prSet>
      <dgm:spPr/>
    </dgm:pt>
    <dgm:pt modelId="{57FEA5CA-082A-44D2-A7E4-155D0B31F7A0}" type="pres">
      <dgm:prSet presAssocID="{D67DC2BA-D0D3-466D-911E-8E713B3792A9}" presName="sibTrans" presStyleCnt="0"/>
      <dgm:spPr/>
    </dgm:pt>
    <dgm:pt modelId="{5DCE1179-5869-4D12-AF73-6570049A416B}" type="pres">
      <dgm:prSet presAssocID="{8673C600-480F-4809-8122-85C910A5D498}" presName="compNode" presStyleCnt="0"/>
      <dgm:spPr/>
    </dgm:pt>
    <dgm:pt modelId="{375C2B27-4002-4B3A-9D3D-7B9FBE4F3A27}" type="pres">
      <dgm:prSet presAssocID="{8673C600-480F-4809-8122-85C910A5D498}" presName="bgRect" presStyleLbl="bgShp" presStyleIdx="1" presStyleCnt="4"/>
      <dgm:spPr/>
    </dgm:pt>
    <dgm:pt modelId="{150E245D-C61D-4D49-B0C1-E272DE537BA6}" type="pres">
      <dgm:prSet presAssocID="{8673C600-480F-4809-8122-85C910A5D49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3C04C60-F9EE-4DD9-9EA5-EE492717EF02}" type="pres">
      <dgm:prSet presAssocID="{8673C600-480F-4809-8122-85C910A5D498}" presName="spaceRect" presStyleCnt="0"/>
      <dgm:spPr/>
    </dgm:pt>
    <dgm:pt modelId="{D11A1D60-4402-4A15-9890-2323732CD61D}" type="pres">
      <dgm:prSet presAssocID="{8673C600-480F-4809-8122-85C910A5D498}" presName="parTx" presStyleLbl="revTx" presStyleIdx="1" presStyleCnt="4">
        <dgm:presLayoutVars>
          <dgm:chMax val="0"/>
          <dgm:chPref val="0"/>
        </dgm:presLayoutVars>
      </dgm:prSet>
      <dgm:spPr/>
    </dgm:pt>
    <dgm:pt modelId="{7592F3AF-EF4C-4D6F-A0D6-5543D3865728}" type="pres">
      <dgm:prSet presAssocID="{BD0D9CCC-46F1-4336-BDC1-8A9F10B8E968}" presName="sibTrans" presStyleCnt="0"/>
      <dgm:spPr/>
    </dgm:pt>
    <dgm:pt modelId="{AE010BE6-7971-4379-9FD9-4D93A17F7376}" type="pres">
      <dgm:prSet presAssocID="{033C5E82-BA5C-4217-A17E-0F81E97C77E2}" presName="compNode" presStyleCnt="0"/>
      <dgm:spPr/>
    </dgm:pt>
    <dgm:pt modelId="{0D425094-AB80-4633-891B-30F654921FBD}" type="pres">
      <dgm:prSet presAssocID="{033C5E82-BA5C-4217-A17E-0F81E97C77E2}" presName="bgRect" presStyleLbl="bgShp" presStyleIdx="2" presStyleCnt="4"/>
      <dgm:spPr/>
    </dgm:pt>
    <dgm:pt modelId="{F24C91F9-8189-444C-B84B-0B4F3B6F378E}" type="pres">
      <dgm:prSet presAssocID="{033C5E82-BA5C-4217-A17E-0F81E97C77E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AEF10C59-F9E7-4B86-AD88-57F9F8F922A7}" type="pres">
      <dgm:prSet presAssocID="{033C5E82-BA5C-4217-A17E-0F81E97C77E2}" presName="spaceRect" presStyleCnt="0"/>
      <dgm:spPr/>
    </dgm:pt>
    <dgm:pt modelId="{9FC9D916-EEF7-4665-B714-FD4CB133D3C7}" type="pres">
      <dgm:prSet presAssocID="{033C5E82-BA5C-4217-A17E-0F81E97C77E2}" presName="parTx" presStyleLbl="revTx" presStyleIdx="2" presStyleCnt="4">
        <dgm:presLayoutVars>
          <dgm:chMax val="0"/>
          <dgm:chPref val="0"/>
        </dgm:presLayoutVars>
      </dgm:prSet>
      <dgm:spPr/>
    </dgm:pt>
    <dgm:pt modelId="{E5248281-0853-47CC-A0E9-BF90ADA3D5CA}" type="pres">
      <dgm:prSet presAssocID="{653E88F8-9EE7-4E89-8E1C-7047646576D5}" presName="sibTrans" presStyleCnt="0"/>
      <dgm:spPr/>
    </dgm:pt>
    <dgm:pt modelId="{BA2FB875-41CC-4683-B3D2-1C91DAB3AD3C}" type="pres">
      <dgm:prSet presAssocID="{0EC16A39-D8FD-4DC3-8000-D8D6D2E84737}" presName="compNode" presStyleCnt="0"/>
      <dgm:spPr/>
    </dgm:pt>
    <dgm:pt modelId="{0D08CC26-D8EA-41E7-B654-54F27813CDAD}" type="pres">
      <dgm:prSet presAssocID="{0EC16A39-D8FD-4DC3-8000-D8D6D2E84737}" presName="bgRect" presStyleLbl="bgShp" presStyleIdx="3" presStyleCnt="4"/>
      <dgm:spPr/>
    </dgm:pt>
    <dgm:pt modelId="{4613BCB4-FBBB-472C-BB74-14F1B067FA3F}" type="pres">
      <dgm:prSet presAssocID="{0EC16A39-D8FD-4DC3-8000-D8D6D2E8473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E5672A17-5B1A-45A4-9699-C6AB9BDD443B}" type="pres">
      <dgm:prSet presAssocID="{0EC16A39-D8FD-4DC3-8000-D8D6D2E84737}" presName="spaceRect" presStyleCnt="0"/>
      <dgm:spPr/>
    </dgm:pt>
    <dgm:pt modelId="{1A0B5A9E-8156-4363-9523-77C9528DD66D}" type="pres">
      <dgm:prSet presAssocID="{0EC16A39-D8FD-4DC3-8000-D8D6D2E8473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2B79915-08A7-47AC-BF51-F51710B56321}" type="presOf" srcId="{0EC16A39-D8FD-4DC3-8000-D8D6D2E84737}" destId="{1A0B5A9E-8156-4363-9523-77C9528DD66D}" srcOrd="0" destOrd="0" presId="urn:microsoft.com/office/officeart/2018/2/layout/IconVerticalSolidList"/>
    <dgm:cxn modelId="{3FD5B226-3F2C-449B-B37A-2C521B15D2EA}" srcId="{B945C8DB-9857-4E71-80CB-6D3E41C76AA8}" destId="{8673C600-480F-4809-8122-85C910A5D498}" srcOrd="1" destOrd="0" parTransId="{47EDF395-CCE7-4CD8-8DBF-F76C0FF1FF89}" sibTransId="{BD0D9CCC-46F1-4336-BDC1-8A9F10B8E968}"/>
    <dgm:cxn modelId="{ADF5BB2B-72FD-4AE3-8079-A03CE298BB55}" srcId="{B945C8DB-9857-4E71-80CB-6D3E41C76AA8}" destId="{539D772A-BCCC-4356-9F82-490BA8EDF4DA}" srcOrd="0" destOrd="0" parTransId="{EC2BFDE0-E8BB-4826-83A6-353836D0FC0F}" sibTransId="{D67DC2BA-D0D3-466D-911E-8E713B3792A9}"/>
    <dgm:cxn modelId="{D70D8C2D-8779-40EC-A3C6-9C9892C51BA9}" type="presOf" srcId="{539D772A-BCCC-4356-9F82-490BA8EDF4DA}" destId="{7CCE9158-B1D0-4F23-BD07-1FB7505FF883}" srcOrd="0" destOrd="0" presId="urn:microsoft.com/office/officeart/2018/2/layout/IconVerticalSolidList"/>
    <dgm:cxn modelId="{401F042E-C1CD-4980-85D1-F73592055685}" srcId="{B945C8DB-9857-4E71-80CB-6D3E41C76AA8}" destId="{033C5E82-BA5C-4217-A17E-0F81E97C77E2}" srcOrd="2" destOrd="0" parTransId="{37891133-F9B0-4306-BD92-5AB7F5EFF6C6}" sibTransId="{653E88F8-9EE7-4E89-8E1C-7047646576D5}"/>
    <dgm:cxn modelId="{C8B12784-A4DA-47D0-8131-F1E6272613F7}" type="presOf" srcId="{033C5E82-BA5C-4217-A17E-0F81E97C77E2}" destId="{9FC9D916-EEF7-4665-B714-FD4CB133D3C7}" srcOrd="0" destOrd="0" presId="urn:microsoft.com/office/officeart/2018/2/layout/IconVerticalSolidList"/>
    <dgm:cxn modelId="{3E21ACAE-65DB-4A16-810A-082A879E7A7B}" type="presOf" srcId="{8673C600-480F-4809-8122-85C910A5D498}" destId="{D11A1D60-4402-4A15-9890-2323732CD61D}" srcOrd="0" destOrd="0" presId="urn:microsoft.com/office/officeart/2018/2/layout/IconVerticalSolidList"/>
    <dgm:cxn modelId="{8F48B3AE-2B62-4AFA-96B3-B874B7E7D3C4}" type="presOf" srcId="{B945C8DB-9857-4E71-80CB-6D3E41C76AA8}" destId="{378EFF61-EB94-40DA-B76A-F5B6CEEC24BC}" srcOrd="0" destOrd="0" presId="urn:microsoft.com/office/officeart/2018/2/layout/IconVerticalSolidList"/>
    <dgm:cxn modelId="{90276FDD-0192-4EA0-981D-7E5D0F8AF560}" srcId="{B945C8DB-9857-4E71-80CB-6D3E41C76AA8}" destId="{0EC16A39-D8FD-4DC3-8000-D8D6D2E84737}" srcOrd="3" destOrd="0" parTransId="{5F04C106-3B4F-49D9-855E-D093377BC2B3}" sibTransId="{E44F375D-970C-497A-9A41-4B0E01A875EC}"/>
    <dgm:cxn modelId="{0F7620FC-9785-4046-AF61-26A3E29BF41F}" type="presParOf" srcId="{378EFF61-EB94-40DA-B76A-F5B6CEEC24BC}" destId="{BA15C305-0EED-4A7B-BBEA-9B0744BC3CC4}" srcOrd="0" destOrd="0" presId="urn:microsoft.com/office/officeart/2018/2/layout/IconVerticalSolidList"/>
    <dgm:cxn modelId="{ED1B688D-E9C0-4FCC-A66B-DD3B45199B59}" type="presParOf" srcId="{BA15C305-0EED-4A7B-BBEA-9B0744BC3CC4}" destId="{D2D28E13-01EE-4FBF-A5A0-1A8134D816CF}" srcOrd="0" destOrd="0" presId="urn:microsoft.com/office/officeart/2018/2/layout/IconVerticalSolidList"/>
    <dgm:cxn modelId="{916238D7-DE1E-45CD-A296-F9C509814416}" type="presParOf" srcId="{BA15C305-0EED-4A7B-BBEA-9B0744BC3CC4}" destId="{A62F6885-9B37-4F8E-A868-30DA6F62A5B2}" srcOrd="1" destOrd="0" presId="urn:microsoft.com/office/officeart/2018/2/layout/IconVerticalSolidList"/>
    <dgm:cxn modelId="{0ACA1232-651E-4C93-9CFC-02FB7ED091C5}" type="presParOf" srcId="{BA15C305-0EED-4A7B-BBEA-9B0744BC3CC4}" destId="{5876F018-C22E-46E0-845C-5F1BFA8514CC}" srcOrd="2" destOrd="0" presId="urn:microsoft.com/office/officeart/2018/2/layout/IconVerticalSolidList"/>
    <dgm:cxn modelId="{B1269F96-2737-411D-B6CE-D2882708BAD7}" type="presParOf" srcId="{BA15C305-0EED-4A7B-BBEA-9B0744BC3CC4}" destId="{7CCE9158-B1D0-4F23-BD07-1FB7505FF883}" srcOrd="3" destOrd="0" presId="urn:microsoft.com/office/officeart/2018/2/layout/IconVerticalSolidList"/>
    <dgm:cxn modelId="{42FC37F0-AC42-4E54-89F3-B44C4310C23F}" type="presParOf" srcId="{378EFF61-EB94-40DA-B76A-F5B6CEEC24BC}" destId="{57FEA5CA-082A-44D2-A7E4-155D0B31F7A0}" srcOrd="1" destOrd="0" presId="urn:microsoft.com/office/officeart/2018/2/layout/IconVerticalSolidList"/>
    <dgm:cxn modelId="{4C7243CC-6A07-4639-A698-DA3011B742EF}" type="presParOf" srcId="{378EFF61-EB94-40DA-B76A-F5B6CEEC24BC}" destId="{5DCE1179-5869-4D12-AF73-6570049A416B}" srcOrd="2" destOrd="0" presId="urn:microsoft.com/office/officeart/2018/2/layout/IconVerticalSolidList"/>
    <dgm:cxn modelId="{4C4D329A-F272-4D9B-ADF7-CCF247FA29C1}" type="presParOf" srcId="{5DCE1179-5869-4D12-AF73-6570049A416B}" destId="{375C2B27-4002-4B3A-9D3D-7B9FBE4F3A27}" srcOrd="0" destOrd="0" presId="urn:microsoft.com/office/officeart/2018/2/layout/IconVerticalSolidList"/>
    <dgm:cxn modelId="{1A0D432D-8A52-4319-845A-1857CD1ABA2A}" type="presParOf" srcId="{5DCE1179-5869-4D12-AF73-6570049A416B}" destId="{150E245D-C61D-4D49-B0C1-E272DE537BA6}" srcOrd="1" destOrd="0" presId="urn:microsoft.com/office/officeart/2018/2/layout/IconVerticalSolidList"/>
    <dgm:cxn modelId="{1940F011-A95E-4552-B26E-3B5E4011FC11}" type="presParOf" srcId="{5DCE1179-5869-4D12-AF73-6570049A416B}" destId="{53C04C60-F9EE-4DD9-9EA5-EE492717EF02}" srcOrd="2" destOrd="0" presId="urn:microsoft.com/office/officeart/2018/2/layout/IconVerticalSolidList"/>
    <dgm:cxn modelId="{AC4C7C3A-0D82-4EEE-BB7C-36C8D1AB9F0D}" type="presParOf" srcId="{5DCE1179-5869-4D12-AF73-6570049A416B}" destId="{D11A1D60-4402-4A15-9890-2323732CD61D}" srcOrd="3" destOrd="0" presId="urn:microsoft.com/office/officeart/2018/2/layout/IconVerticalSolidList"/>
    <dgm:cxn modelId="{4579FC79-6325-4FE3-A091-AA2CC3AF2979}" type="presParOf" srcId="{378EFF61-EB94-40DA-B76A-F5B6CEEC24BC}" destId="{7592F3AF-EF4C-4D6F-A0D6-5543D3865728}" srcOrd="3" destOrd="0" presId="urn:microsoft.com/office/officeart/2018/2/layout/IconVerticalSolidList"/>
    <dgm:cxn modelId="{C4436608-2886-49FA-9A84-8FE44DF5E8E2}" type="presParOf" srcId="{378EFF61-EB94-40DA-B76A-F5B6CEEC24BC}" destId="{AE010BE6-7971-4379-9FD9-4D93A17F7376}" srcOrd="4" destOrd="0" presId="urn:microsoft.com/office/officeart/2018/2/layout/IconVerticalSolidList"/>
    <dgm:cxn modelId="{7BCF7E2D-C611-47D3-B107-D0AB09562DD8}" type="presParOf" srcId="{AE010BE6-7971-4379-9FD9-4D93A17F7376}" destId="{0D425094-AB80-4633-891B-30F654921FBD}" srcOrd="0" destOrd="0" presId="urn:microsoft.com/office/officeart/2018/2/layout/IconVerticalSolidList"/>
    <dgm:cxn modelId="{AFBBAC1C-AA5A-46E8-B3B3-F899A74A8901}" type="presParOf" srcId="{AE010BE6-7971-4379-9FD9-4D93A17F7376}" destId="{F24C91F9-8189-444C-B84B-0B4F3B6F378E}" srcOrd="1" destOrd="0" presId="urn:microsoft.com/office/officeart/2018/2/layout/IconVerticalSolidList"/>
    <dgm:cxn modelId="{93B90081-05A5-44F8-888F-0BDCFD4A4E75}" type="presParOf" srcId="{AE010BE6-7971-4379-9FD9-4D93A17F7376}" destId="{AEF10C59-F9E7-4B86-AD88-57F9F8F922A7}" srcOrd="2" destOrd="0" presId="urn:microsoft.com/office/officeart/2018/2/layout/IconVerticalSolidList"/>
    <dgm:cxn modelId="{9DE5E218-FB38-4B7A-9AE8-106E799ECAB6}" type="presParOf" srcId="{AE010BE6-7971-4379-9FD9-4D93A17F7376}" destId="{9FC9D916-EEF7-4665-B714-FD4CB133D3C7}" srcOrd="3" destOrd="0" presId="urn:microsoft.com/office/officeart/2018/2/layout/IconVerticalSolidList"/>
    <dgm:cxn modelId="{B403BB48-D69B-4E23-BBEF-7B7ED1CEF545}" type="presParOf" srcId="{378EFF61-EB94-40DA-B76A-F5B6CEEC24BC}" destId="{E5248281-0853-47CC-A0E9-BF90ADA3D5CA}" srcOrd="5" destOrd="0" presId="urn:microsoft.com/office/officeart/2018/2/layout/IconVerticalSolidList"/>
    <dgm:cxn modelId="{93923D82-CE27-4243-85F9-FCFF9AA8E9CA}" type="presParOf" srcId="{378EFF61-EB94-40DA-B76A-F5B6CEEC24BC}" destId="{BA2FB875-41CC-4683-B3D2-1C91DAB3AD3C}" srcOrd="6" destOrd="0" presId="urn:microsoft.com/office/officeart/2018/2/layout/IconVerticalSolidList"/>
    <dgm:cxn modelId="{ED7C27B0-E3E1-41B9-A6D9-B68B24A6DB1A}" type="presParOf" srcId="{BA2FB875-41CC-4683-B3D2-1C91DAB3AD3C}" destId="{0D08CC26-D8EA-41E7-B654-54F27813CDAD}" srcOrd="0" destOrd="0" presId="urn:microsoft.com/office/officeart/2018/2/layout/IconVerticalSolidList"/>
    <dgm:cxn modelId="{10CBA5A4-6ECF-4F81-9071-9AE4F991807E}" type="presParOf" srcId="{BA2FB875-41CC-4683-B3D2-1C91DAB3AD3C}" destId="{4613BCB4-FBBB-472C-BB74-14F1B067FA3F}" srcOrd="1" destOrd="0" presId="urn:microsoft.com/office/officeart/2018/2/layout/IconVerticalSolidList"/>
    <dgm:cxn modelId="{9CEF506B-D31D-49BB-AB0C-637CFE06EDE6}" type="presParOf" srcId="{BA2FB875-41CC-4683-B3D2-1C91DAB3AD3C}" destId="{E5672A17-5B1A-45A4-9699-C6AB9BDD443B}" srcOrd="2" destOrd="0" presId="urn:microsoft.com/office/officeart/2018/2/layout/IconVerticalSolidList"/>
    <dgm:cxn modelId="{43494FEB-333F-4875-83AA-CE913C6BB24B}" type="presParOf" srcId="{BA2FB875-41CC-4683-B3D2-1C91DAB3AD3C}" destId="{1A0B5A9E-8156-4363-9523-77C9528DD6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28E13-01EE-4FBF-A5A0-1A8134D816CF}">
      <dsp:nvSpPr>
        <dsp:cNvPr id="0" name=""/>
        <dsp:cNvSpPr/>
      </dsp:nvSpPr>
      <dsp:spPr>
        <a:xfrm>
          <a:off x="0" y="1400"/>
          <a:ext cx="8348472" cy="70975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F6885-9B37-4F8E-A868-30DA6F62A5B2}">
      <dsp:nvSpPr>
        <dsp:cNvPr id="0" name=""/>
        <dsp:cNvSpPr/>
      </dsp:nvSpPr>
      <dsp:spPr>
        <a:xfrm>
          <a:off x="214700" y="161095"/>
          <a:ext cx="390365" cy="3903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E9158-B1D0-4F23-BD07-1FB7505FF883}">
      <dsp:nvSpPr>
        <dsp:cNvPr id="0" name=""/>
        <dsp:cNvSpPr/>
      </dsp:nvSpPr>
      <dsp:spPr>
        <a:xfrm>
          <a:off x="819766" y="1400"/>
          <a:ext cx="7528705" cy="70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16" tIns="75116" rIns="75116" bIns="7511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System Overview</a:t>
          </a:r>
        </a:p>
      </dsp:txBody>
      <dsp:txXfrm>
        <a:off x="819766" y="1400"/>
        <a:ext cx="7528705" cy="709754"/>
      </dsp:txXfrm>
    </dsp:sp>
    <dsp:sp modelId="{375C2B27-4002-4B3A-9D3D-7B9FBE4F3A27}">
      <dsp:nvSpPr>
        <dsp:cNvPr id="0" name=""/>
        <dsp:cNvSpPr/>
      </dsp:nvSpPr>
      <dsp:spPr>
        <a:xfrm>
          <a:off x="0" y="888593"/>
          <a:ext cx="8348472" cy="70975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E245D-C61D-4D49-B0C1-E272DE537BA6}">
      <dsp:nvSpPr>
        <dsp:cNvPr id="0" name=""/>
        <dsp:cNvSpPr/>
      </dsp:nvSpPr>
      <dsp:spPr>
        <a:xfrm>
          <a:off x="214700" y="1048288"/>
          <a:ext cx="390365" cy="3903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A1D60-4402-4A15-9890-2323732CD61D}">
      <dsp:nvSpPr>
        <dsp:cNvPr id="0" name=""/>
        <dsp:cNvSpPr/>
      </dsp:nvSpPr>
      <dsp:spPr>
        <a:xfrm>
          <a:off x="819766" y="888593"/>
          <a:ext cx="7528705" cy="70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16" tIns="75116" rIns="75116" bIns="7511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System Design</a:t>
          </a:r>
        </a:p>
      </dsp:txBody>
      <dsp:txXfrm>
        <a:off x="819766" y="888593"/>
        <a:ext cx="7528705" cy="709754"/>
      </dsp:txXfrm>
    </dsp:sp>
    <dsp:sp modelId="{0D425094-AB80-4633-891B-30F654921FBD}">
      <dsp:nvSpPr>
        <dsp:cNvPr id="0" name=""/>
        <dsp:cNvSpPr/>
      </dsp:nvSpPr>
      <dsp:spPr>
        <a:xfrm>
          <a:off x="0" y="1775787"/>
          <a:ext cx="8348472" cy="70975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4C91F9-8189-444C-B84B-0B4F3B6F378E}">
      <dsp:nvSpPr>
        <dsp:cNvPr id="0" name=""/>
        <dsp:cNvSpPr/>
      </dsp:nvSpPr>
      <dsp:spPr>
        <a:xfrm>
          <a:off x="214700" y="1935482"/>
          <a:ext cx="390365" cy="3903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9D916-EEF7-4665-B714-FD4CB133D3C7}">
      <dsp:nvSpPr>
        <dsp:cNvPr id="0" name=""/>
        <dsp:cNvSpPr/>
      </dsp:nvSpPr>
      <dsp:spPr>
        <a:xfrm>
          <a:off x="819766" y="1775787"/>
          <a:ext cx="7528705" cy="70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16" tIns="75116" rIns="75116" bIns="7511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Demo</a:t>
          </a:r>
        </a:p>
      </dsp:txBody>
      <dsp:txXfrm>
        <a:off x="819766" y="1775787"/>
        <a:ext cx="7528705" cy="709754"/>
      </dsp:txXfrm>
    </dsp:sp>
    <dsp:sp modelId="{0D08CC26-D8EA-41E7-B654-54F27813CDAD}">
      <dsp:nvSpPr>
        <dsp:cNvPr id="0" name=""/>
        <dsp:cNvSpPr/>
      </dsp:nvSpPr>
      <dsp:spPr>
        <a:xfrm>
          <a:off x="0" y="2662980"/>
          <a:ext cx="8348472" cy="70975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3BCB4-FBBB-472C-BB74-14F1B067FA3F}">
      <dsp:nvSpPr>
        <dsp:cNvPr id="0" name=""/>
        <dsp:cNvSpPr/>
      </dsp:nvSpPr>
      <dsp:spPr>
        <a:xfrm>
          <a:off x="214700" y="2822675"/>
          <a:ext cx="390365" cy="3903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B5A9E-8156-4363-9523-77C9528DD66D}">
      <dsp:nvSpPr>
        <dsp:cNvPr id="0" name=""/>
        <dsp:cNvSpPr/>
      </dsp:nvSpPr>
      <dsp:spPr>
        <a:xfrm>
          <a:off x="819766" y="2662980"/>
          <a:ext cx="7528705" cy="70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16" tIns="75116" rIns="75116" bIns="7511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Questions</a:t>
          </a:r>
        </a:p>
      </dsp:txBody>
      <dsp:txXfrm>
        <a:off x="819766" y="2662980"/>
        <a:ext cx="7528705" cy="709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1/24/2025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1352-D8B3-2AB7-8588-DD5EC55D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3E-DCF7-11BC-50DC-A0063137D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3E108-7E2A-68D6-C69E-799760FD6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71E7-3493-A61B-178F-33997A9BB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7489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3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Car simulation</a:t>
            </a:r>
            <a:br>
              <a:rPr lang="en-US" dirty="0"/>
            </a:br>
            <a:r>
              <a:rPr lang="en-US" dirty="0"/>
              <a:t>Project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Veselin Atanasov</a:t>
            </a:r>
          </a:p>
          <a:p>
            <a:r>
              <a:rPr lang="en-US" dirty="0"/>
              <a:t>Abdullah Adil </a:t>
            </a:r>
            <a:r>
              <a:rPr lang="en-US" dirty="0" err="1"/>
              <a:t>Öncü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Placeholder 4" descr="A orange and black sports car&#10;&#10;Description automatically generated">
            <a:extLst>
              <a:ext uri="{FF2B5EF4-FFF2-40B4-BE49-F238E27FC236}">
                <a16:creationId xmlns:a16="http://schemas.microsoft.com/office/drawing/2014/main" id="{FB92377C-C5CE-543B-B5C8-DC28B488A395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5542" r="25542"/>
          <a:stretch>
            <a:fillRect/>
          </a:stretch>
        </p:blipFill>
        <p:spPr>
          <a:xfrm>
            <a:off x="7066990" y="895827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Agenda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36AE0A-1DEC-CD39-8739-7C2C37C33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2</a:t>
            </a:fld>
            <a:endParaRPr lang="en-US" altLang="zh-CN" noProof="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96D36905-CF72-A821-B6AD-73BE22B85855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3883468407"/>
              </p:ext>
            </p:extLst>
          </p:nvPr>
        </p:nvGraphicFramePr>
        <p:xfrm>
          <a:off x="914400" y="2743200"/>
          <a:ext cx="8348472" cy="3374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0312"/>
            <a:ext cx="7132320" cy="1773936"/>
          </a:xfrm>
        </p:spPr>
        <p:txBody>
          <a:bodyPr lIns="0" anchor="b" anchorCtr="0">
            <a:normAutofit/>
          </a:bodyPr>
          <a:lstStyle/>
          <a:p>
            <a:r>
              <a:rPr lang="en-US" dirty="0"/>
              <a:t>System overview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1D3B54E1-2C93-EC17-C0D3-5C447B7E6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4756" y="423697"/>
            <a:ext cx="5898383" cy="5898383"/>
          </a:xfr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6EB5B44-EC19-4682-DE67-E03E8AFF97A4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1026942"/>
          </a:xfrm>
        </p:spPr>
        <p:txBody>
          <a:bodyPr anchor="b" anchorCtr="0">
            <a:normAutofit fontScale="90000"/>
          </a:bodyPr>
          <a:lstStyle/>
          <a:p>
            <a:r>
              <a:rPr lang="en-US" dirty="0"/>
              <a:t>System Design-Engine UML</a:t>
            </a:r>
          </a:p>
        </p:txBody>
      </p:sp>
      <p:pic>
        <p:nvPicPr>
          <p:cNvPr id="6" name="Content Placeholder 5" descr="A diagram of a computer&#10;&#10;Description automatically generated">
            <a:extLst>
              <a:ext uri="{FF2B5EF4-FFF2-40B4-BE49-F238E27FC236}">
                <a16:creationId xmlns:a16="http://schemas.microsoft.com/office/drawing/2014/main" id="{A7821E20-1A6B-E8CF-80BD-3DDC534A8F96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619270" y="2031512"/>
            <a:ext cx="6953459" cy="42410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731520"/>
            <a:ext cx="6219931" cy="1197764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System Design – Tires UML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63B683EB-A799-00B7-C733-F6D693336F7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5</a:t>
            </a:fld>
            <a:endParaRPr lang="en-US" altLang="zh-CN" noProof="0"/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5082FF51-290D-6B53-544F-9F79E21FA778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2"/>
          <a:stretch>
            <a:fillRect/>
          </a:stretch>
        </p:blipFill>
        <p:spPr>
          <a:xfrm>
            <a:off x="3477840" y="1444747"/>
            <a:ext cx="5236319" cy="5065038"/>
          </a:xfr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8348662" cy="926458"/>
          </a:xfrm>
        </p:spPr>
        <p:txBody>
          <a:bodyPr/>
          <a:lstStyle/>
          <a:p>
            <a:r>
              <a:rPr lang="en-US" dirty="0"/>
              <a:t>System Design – Light UML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pic>
        <p:nvPicPr>
          <p:cNvPr id="12" name="Content Placeholder 11" descr="A diagram of a computer&#10;&#10;Description automatically generated">
            <a:extLst>
              <a:ext uri="{FF2B5EF4-FFF2-40B4-BE49-F238E27FC236}">
                <a16:creationId xmlns:a16="http://schemas.microsoft.com/office/drawing/2014/main" id="{CA18ED81-FF57-41CB-AB59-E9F624083494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3"/>
          <a:stretch>
            <a:fillRect/>
          </a:stretch>
        </p:blipFill>
        <p:spPr>
          <a:xfrm>
            <a:off x="3861726" y="1395273"/>
            <a:ext cx="4468548" cy="5185517"/>
          </a:xfrm>
        </p:spPr>
      </p:pic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C70E-394F-56B7-F48C-708C5DDE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232A12-F47C-B286-637F-B9921AB0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8348662" cy="926458"/>
          </a:xfrm>
        </p:spPr>
        <p:txBody>
          <a:bodyPr/>
          <a:lstStyle/>
          <a:p>
            <a:r>
              <a:rPr lang="en-US" dirty="0"/>
              <a:t>System Design – Dashboard UML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FF4467F5-F4A7-70FB-FE83-C9BA50EF742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0910EF-79B4-E6E6-E166-415A530FF5C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pic>
        <p:nvPicPr>
          <p:cNvPr id="8" name="Content Placeholder 7" descr="A diagram of a data flow&#10;&#10;Description automatically generated">
            <a:extLst>
              <a:ext uri="{FF2B5EF4-FFF2-40B4-BE49-F238E27FC236}">
                <a16:creationId xmlns:a16="http://schemas.microsoft.com/office/drawing/2014/main" id="{A405CC3F-4433-C7BF-A946-FBB199462059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3"/>
          <a:stretch>
            <a:fillRect/>
          </a:stretch>
        </p:blipFill>
        <p:spPr>
          <a:xfrm>
            <a:off x="2867746" y="1507252"/>
            <a:ext cx="6456507" cy="4995158"/>
          </a:xfrm>
        </p:spPr>
      </p:pic>
    </p:spTree>
    <p:extLst>
      <p:ext uri="{BB962C8B-B14F-4D97-AF65-F5344CB8AC3E}">
        <p14:creationId xmlns:p14="http://schemas.microsoft.com/office/powerpoint/2010/main" val="4291623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998" y="2693058"/>
            <a:ext cx="3326004" cy="1471883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altLang="zh-CN" sz="8000" b="1" kern="1200" dirty="0">
                <a:latin typeface="+mj-lt"/>
                <a:ea typeface="+mj-ea"/>
                <a:cs typeface="+mj-cs"/>
              </a:rPr>
              <a:t>Demo</a:t>
            </a:r>
            <a:endParaRPr lang="en-US" sz="80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8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2795451"/>
            <a:ext cx="5181600" cy="1267097"/>
          </a:xfrm>
        </p:spPr>
        <p:txBody>
          <a:bodyPr>
            <a:normAutofit/>
          </a:bodyPr>
          <a:lstStyle/>
          <a:p>
            <a:r>
              <a:rPr lang="en-US" sz="8000" dirty="0"/>
              <a:t>Questions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41</TotalTime>
  <Words>55</Words>
  <Application>Microsoft Office PowerPoint</Application>
  <PresentationFormat>Widescreen</PresentationFormat>
  <Paragraphs>31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Car simulation Project</vt:lpstr>
      <vt:lpstr>Agenda </vt:lpstr>
      <vt:lpstr>System overview </vt:lpstr>
      <vt:lpstr>System Design-Engine UML</vt:lpstr>
      <vt:lpstr>System Design – Tires UML</vt:lpstr>
      <vt:lpstr>System Design – Light UML</vt:lpstr>
      <vt:lpstr>System Design – Dashboard UML</vt:lpstr>
      <vt:lpstr>Demo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Atanasov,Veselin V.V.</dc:creator>
  <cp:lastModifiedBy>Atanasov,Veselin V.V.</cp:lastModifiedBy>
  <cp:revision>1</cp:revision>
  <dcterms:created xsi:type="dcterms:W3CDTF">2025-01-24T09:40:57Z</dcterms:created>
  <dcterms:modified xsi:type="dcterms:W3CDTF">2025-01-24T10:22:37Z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